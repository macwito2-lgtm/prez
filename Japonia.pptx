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bef717db-a4aa-d805-0eb3-a10e84091135}">
          <p14:sldIdLst>
            <p14:sldId id="256"/>
          </p14:sldIdLst>
        </p14:section>
        <p14:section name="Kraj" id="{9b1fee38-1be7-67da-89ba-8924b6696a69}">
          <p14:sldIdLst>
            <p14:sldId id="257"/>
          </p14:sldIdLst>
        </p14:section>
        <p14:section name="Historia" id="{cae35f21-c46a-af9b-e65f-2c0c21a94b32}">
          <p14:sldIdLst>
            <p14:sldId id="258"/>
          </p14:sldIdLst>
        </p14:section>
        <p14:section name="Kultura" id="{a44c7494-4ae9-0ba9-bf1e-e936af5941b4}">
          <p14:sldIdLst>
            <p14:sldId id="259"/>
          </p14:sldIdLst>
        </p14:section>
        <p14:section name="Życie" id="{26ac3e0a-e307-dba8-5375-82af8f7fc5bd}">
          <p14:sldIdLst>
            <p14:sldId id="260"/>
          </p14:sldIdLst>
        </p14:section>
        <p14:section name="Podróż" id="{9d660e10-7c9d-4168-5f22-7a57919c929a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697480"/>
            <a:ext cx="109728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C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Japonia</a:t>
            </a:r>
            <a:endParaRPr lang="en-US" sz="4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Kraj wschodzącego słońca – tradycja i nowoczesność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Japonia w pigułce</a:t>
            </a:r>
            <a:endParaRPr lang="en-US" sz="3000" dirty="0"/>
          </a:p>
        </p:txBody>
      </p:sp>
      <p:sp>
        <p:nvSpPr>
          <p:cNvPr id="3" name="Karta 1"/>
          <p:cNvSpPr/>
          <p:nvPr/>
        </p:nvSpPr>
        <p:spPr>
          <a:xfrm>
            <a:off x="54864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ek 1"/>
          <p:cNvSpPr/>
          <p:nvPr/>
        </p:nvSpPr>
        <p:spPr>
          <a:xfrm>
            <a:off x="54864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glowek 1"/>
          <p:cNvSpPr txBox="1"/>
          <p:nvPr/>
        </p:nvSpPr>
        <p:spPr>
          <a:xfrm>
            <a:off x="73152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Położenie</a:t>
            </a:r>
            <a:endParaRPr lang="en-US" sz="1800" dirty="0"/>
          </a:p>
        </p:txBody>
      </p:sp>
      <p:sp>
        <p:nvSpPr>
          <p:cNvPr id="6" name="Tekst 1"/>
          <p:cNvSpPr txBox="1"/>
          <p:nvPr/>
        </p:nvSpPr>
        <p:spPr>
          <a:xfrm>
            <a:off x="73152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Archipelag w Azji Wschodniej, ok. 6850 wysp. Cztery główne: Honsiu, Hokkaido, Kiusiu i Sikoku.</a:t>
            </a:r>
            <a:endParaRPr lang="en-US" sz="1400" dirty="0"/>
          </a:p>
        </p:txBody>
      </p:sp>
      <p:sp>
        <p:nvSpPr>
          <p:cNvPr id="7" name="Karta 2"/>
          <p:cNvSpPr/>
          <p:nvPr/>
        </p:nvSpPr>
        <p:spPr>
          <a:xfrm>
            <a:off x="332232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ek 2"/>
          <p:cNvSpPr/>
          <p:nvPr/>
        </p:nvSpPr>
        <p:spPr>
          <a:xfrm>
            <a:off x="332232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aglowek 2"/>
          <p:cNvSpPr txBox="1"/>
          <p:nvPr/>
        </p:nvSpPr>
        <p:spPr>
          <a:xfrm>
            <a:off x="350520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Ludność</a:t>
            </a:r>
            <a:endParaRPr lang="en-US" sz="1800" dirty="0"/>
          </a:p>
        </p:txBody>
      </p:sp>
      <p:sp>
        <p:nvSpPr>
          <p:cNvPr id="10" name="Tekst 2"/>
          <p:cNvSpPr txBox="1"/>
          <p:nvPr/>
        </p:nvSpPr>
        <p:spPr>
          <a:xfrm>
            <a:off x="350520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Ok. 124 mln mieszkańców. Stolica: Tokio – jedna z największych metropolii świata.</a:t>
            </a:r>
            <a:endParaRPr lang="en-US" sz="1400" dirty="0"/>
          </a:p>
        </p:txBody>
      </p:sp>
      <p:sp>
        <p:nvSpPr>
          <p:cNvPr id="11" name="Karta 3"/>
          <p:cNvSpPr/>
          <p:nvPr/>
        </p:nvSpPr>
        <p:spPr>
          <a:xfrm>
            <a:off x="609600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ek 3"/>
          <p:cNvSpPr/>
          <p:nvPr/>
        </p:nvSpPr>
        <p:spPr>
          <a:xfrm>
            <a:off x="609600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aglowek 3"/>
          <p:cNvSpPr txBox="1"/>
          <p:nvPr/>
        </p:nvSpPr>
        <p:spPr>
          <a:xfrm>
            <a:off x="627888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Przyroda</a:t>
            </a:r>
            <a:endParaRPr lang="en-US" sz="1800" dirty="0"/>
          </a:p>
        </p:txBody>
      </p:sp>
      <p:sp>
        <p:nvSpPr>
          <p:cNvPr id="14" name="Tekst 3"/>
          <p:cNvSpPr txBox="1"/>
          <p:nvPr/>
        </p:nvSpPr>
        <p:spPr>
          <a:xfrm>
            <a:off x="627888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Góry zajmują ok. 70% powierzchni. Najwyższy szczyt: Fudżi (3776 m). Częste trzęsienia ziemi.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Najważniejsze epoki</a:t>
            </a:r>
            <a:endParaRPr lang="en-US" sz="3000" dirty="0"/>
          </a:p>
        </p:txBody>
      </p:sp>
      <p:sp>
        <p:nvSpPr>
          <p:cNvPr id="3" name="Karta 1"/>
          <p:cNvSpPr/>
          <p:nvPr/>
        </p:nvSpPr>
        <p:spPr>
          <a:xfrm>
            <a:off x="54864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ek 1"/>
          <p:cNvSpPr/>
          <p:nvPr/>
        </p:nvSpPr>
        <p:spPr>
          <a:xfrm>
            <a:off x="54864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glowek 1"/>
          <p:cNvSpPr txBox="1"/>
          <p:nvPr/>
        </p:nvSpPr>
        <p:spPr>
          <a:xfrm>
            <a:off x="73152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Okres Edo</a:t>
            </a:r>
            <a:endParaRPr lang="en-US" sz="1800" dirty="0"/>
          </a:p>
        </p:txBody>
      </p:sp>
      <p:sp>
        <p:nvSpPr>
          <p:cNvPr id="6" name="Tekst 1"/>
          <p:cNvSpPr txBox="1"/>
          <p:nvPr/>
        </p:nvSpPr>
        <p:spPr>
          <a:xfrm>
            <a:off x="73152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1603–1868: rządy siogunów Tokugawa, izolacja kraju, rozkwit kultury miejskiej.</a:t>
            </a:r>
            <a:endParaRPr lang="en-US" sz="1400" dirty="0"/>
          </a:p>
        </p:txBody>
      </p:sp>
      <p:sp>
        <p:nvSpPr>
          <p:cNvPr id="7" name="Karta 2"/>
          <p:cNvSpPr/>
          <p:nvPr/>
        </p:nvSpPr>
        <p:spPr>
          <a:xfrm>
            <a:off x="332232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ek 2"/>
          <p:cNvSpPr/>
          <p:nvPr/>
        </p:nvSpPr>
        <p:spPr>
          <a:xfrm>
            <a:off x="332232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aglowek 2"/>
          <p:cNvSpPr txBox="1"/>
          <p:nvPr/>
        </p:nvSpPr>
        <p:spPr>
          <a:xfrm>
            <a:off x="350520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Era Meiji</a:t>
            </a:r>
            <a:endParaRPr lang="en-US" sz="1800" dirty="0"/>
          </a:p>
        </p:txBody>
      </p:sp>
      <p:sp>
        <p:nvSpPr>
          <p:cNvPr id="10" name="Tekst 2"/>
          <p:cNvSpPr txBox="1"/>
          <p:nvPr/>
        </p:nvSpPr>
        <p:spPr>
          <a:xfrm>
            <a:off x="350520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Od 1868: otwarcie na świat, szybka modernizacja i industrializacja.</a:t>
            </a:r>
            <a:endParaRPr lang="en-US" sz="1400" dirty="0"/>
          </a:p>
        </p:txBody>
      </p:sp>
      <p:sp>
        <p:nvSpPr>
          <p:cNvPr id="11" name="Karta 3"/>
          <p:cNvSpPr/>
          <p:nvPr/>
        </p:nvSpPr>
        <p:spPr>
          <a:xfrm>
            <a:off x="609600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ek 3"/>
          <p:cNvSpPr/>
          <p:nvPr/>
        </p:nvSpPr>
        <p:spPr>
          <a:xfrm>
            <a:off x="609600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aglowek 3"/>
          <p:cNvSpPr txBox="1"/>
          <p:nvPr/>
        </p:nvSpPr>
        <p:spPr>
          <a:xfrm>
            <a:off x="627888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 1945</a:t>
            </a:r>
            <a:endParaRPr lang="en-US" sz="1800" dirty="0"/>
          </a:p>
        </p:txBody>
      </p:sp>
      <p:sp>
        <p:nvSpPr>
          <p:cNvPr id="14" name="Tekst 3"/>
          <p:cNvSpPr txBox="1"/>
          <p:nvPr/>
        </p:nvSpPr>
        <p:spPr>
          <a:xfrm>
            <a:off x="627888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Odbudowa po wojnie i „japoński cud gospodarczy” – awans na czołową potęgę.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Kultura i tradycja</a:t>
            </a:r>
            <a:endParaRPr lang="en-US" sz="3000" dirty="0"/>
          </a:p>
        </p:txBody>
      </p:sp>
      <p:sp>
        <p:nvSpPr>
          <p:cNvPr id="3" name="Karta 1"/>
          <p:cNvSpPr/>
          <p:nvPr/>
        </p:nvSpPr>
        <p:spPr>
          <a:xfrm>
            <a:off x="54864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ek 1"/>
          <p:cNvSpPr/>
          <p:nvPr/>
        </p:nvSpPr>
        <p:spPr>
          <a:xfrm>
            <a:off x="54864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glowek 1"/>
          <p:cNvSpPr txBox="1"/>
          <p:nvPr/>
        </p:nvSpPr>
        <p:spPr>
          <a:xfrm>
            <a:off x="73152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Sztuka</a:t>
            </a:r>
            <a:endParaRPr lang="en-US" sz="1800" dirty="0"/>
          </a:p>
        </p:txBody>
      </p:sp>
      <p:sp>
        <p:nvSpPr>
          <p:cNvPr id="6" name="Tekst 1"/>
          <p:cNvSpPr txBox="1"/>
          <p:nvPr/>
        </p:nvSpPr>
        <p:spPr>
          <a:xfrm>
            <a:off x="73152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Ikebana, kaligrafia, ceremonia herbaty, teatr kabuki i nō.</a:t>
            </a:r>
            <a:endParaRPr lang="en-US" sz="1400" dirty="0"/>
          </a:p>
        </p:txBody>
      </p:sp>
      <p:sp>
        <p:nvSpPr>
          <p:cNvPr id="7" name="Karta 2"/>
          <p:cNvSpPr/>
          <p:nvPr/>
        </p:nvSpPr>
        <p:spPr>
          <a:xfrm>
            <a:off x="332232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ek 2"/>
          <p:cNvSpPr/>
          <p:nvPr/>
        </p:nvSpPr>
        <p:spPr>
          <a:xfrm>
            <a:off x="332232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aglowek 2"/>
          <p:cNvSpPr txBox="1"/>
          <p:nvPr/>
        </p:nvSpPr>
        <p:spPr>
          <a:xfrm>
            <a:off x="350520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Religia</a:t>
            </a:r>
            <a:endParaRPr lang="en-US" sz="1800" dirty="0"/>
          </a:p>
        </p:txBody>
      </p:sp>
      <p:sp>
        <p:nvSpPr>
          <p:cNvPr id="10" name="Tekst 2"/>
          <p:cNvSpPr txBox="1"/>
          <p:nvPr/>
        </p:nvSpPr>
        <p:spPr>
          <a:xfrm>
            <a:off x="350520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Szintoizm i buddyzm współistnieją. Świątynie i sanktuaria są wszędzie.</a:t>
            </a:r>
            <a:endParaRPr lang="en-US" sz="1400" dirty="0"/>
          </a:p>
        </p:txBody>
      </p:sp>
      <p:sp>
        <p:nvSpPr>
          <p:cNvPr id="11" name="Karta 3"/>
          <p:cNvSpPr/>
          <p:nvPr/>
        </p:nvSpPr>
        <p:spPr>
          <a:xfrm>
            <a:off x="609600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ek 3"/>
          <p:cNvSpPr/>
          <p:nvPr/>
        </p:nvSpPr>
        <p:spPr>
          <a:xfrm>
            <a:off x="609600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aglowek 3"/>
          <p:cNvSpPr txBox="1"/>
          <p:nvPr/>
        </p:nvSpPr>
        <p:spPr>
          <a:xfrm>
            <a:off x="627888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Popkultura</a:t>
            </a:r>
            <a:endParaRPr lang="en-US" sz="1800" dirty="0"/>
          </a:p>
        </p:txBody>
      </p:sp>
      <p:sp>
        <p:nvSpPr>
          <p:cNvPr id="14" name="Tekst 3"/>
          <p:cNvSpPr txBox="1"/>
          <p:nvPr/>
        </p:nvSpPr>
        <p:spPr>
          <a:xfrm>
            <a:off x="627888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Anime, manga i gry wideo – japoński eksport znany na całym świecie.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Kuchnia i gospodarka</a:t>
            </a:r>
            <a:endParaRPr lang="en-US" sz="3000" dirty="0"/>
          </a:p>
        </p:txBody>
      </p:sp>
      <p:sp>
        <p:nvSpPr>
          <p:cNvPr id="3" name="Karta 1"/>
          <p:cNvSpPr/>
          <p:nvPr/>
        </p:nvSpPr>
        <p:spPr>
          <a:xfrm>
            <a:off x="54864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ek 1"/>
          <p:cNvSpPr/>
          <p:nvPr/>
        </p:nvSpPr>
        <p:spPr>
          <a:xfrm>
            <a:off x="54864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glowek 1"/>
          <p:cNvSpPr txBox="1"/>
          <p:nvPr/>
        </p:nvSpPr>
        <p:spPr>
          <a:xfrm>
            <a:off x="73152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Kuchnia</a:t>
            </a:r>
            <a:endParaRPr lang="en-US" sz="1800" dirty="0"/>
          </a:p>
        </p:txBody>
      </p:sp>
      <p:sp>
        <p:nvSpPr>
          <p:cNvPr id="6" name="Tekst 1"/>
          <p:cNvSpPr txBox="1"/>
          <p:nvPr/>
        </p:nvSpPr>
        <p:spPr>
          <a:xfrm>
            <a:off x="73152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Sushi, ramen, tempura, miso. Kuchnia washoku wpisana na listę UNESCO.</a:t>
            </a:r>
            <a:endParaRPr lang="en-US" sz="1400" dirty="0"/>
          </a:p>
        </p:txBody>
      </p:sp>
      <p:sp>
        <p:nvSpPr>
          <p:cNvPr id="7" name="Karta 2"/>
          <p:cNvSpPr/>
          <p:nvPr/>
        </p:nvSpPr>
        <p:spPr>
          <a:xfrm>
            <a:off x="332232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ek 2"/>
          <p:cNvSpPr/>
          <p:nvPr/>
        </p:nvSpPr>
        <p:spPr>
          <a:xfrm>
            <a:off x="332232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aglowek 2"/>
          <p:cNvSpPr txBox="1"/>
          <p:nvPr/>
        </p:nvSpPr>
        <p:spPr>
          <a:xfrm>
            <a:off x="350520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Technologia</a:t>
            </a:r>
            <a:endParaRPr lang="en-US" sz="1800" dirty="0"/>
          </a:p>
        </p:txBody>
      </p:sp>
      <p:sp>
        <p:nvSpPr>
          <p:cNvPr id="10" name="Tekst 2"/>
          <p:cNvSpPr txBox="1"/>
          <p:nvPr/>
        </p:nvSpPr>
        <p:spPr>
          <a:xfrm>
            <a:off x="350520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Roboty, motoryzacja, elektronika. Koleje Shinkansen jeżdżą z prędkością do 320 km/h.</a:t>
            </a:r>
            <a:endParaRPr lang="en-US" sz="1400" dirty="0"/>
          </a:p>
        </p:txBody>
      </p:sp>
      <p:sp>
        <p:nvSpPr>
          <p:cNvPr id="11" name="Karta 3"/>
          <p:cNvSpPr/>
          <p:nvPr/>
        </p:nvSpPr>
        <p:spPr>
          <a:xfrm>
            <a:off x="609600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ek 3"/>
          <p:cNvSpPr/>
          <p:nvPr/>
        </p:nvSpPr>
        <p:spPr>
          <a:xfrm>
            <a:off x="609600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aglowek 3"/>
          <p:cNvSpPr txBox="1"/>
          <p:nvPr/>
        </p:nvSpPr>
        <p:spPr>
          <a:xfrm>
            <a:off x="627888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Gospodarka</a:t>
            </a:r>
            <a:endParaRPr lang="en-US" sz="1800" dirty="0"/>
          </a:p>
        </p:txBody>
      </p:sp>
      <p:sp>
        <p:nvSpPr>
          <p:cNvPr id="14" name="Tekst 3"/>
          <p:cNvSpPr txBox="1"/>
          <p:nvPr/>
        </p:nvSpPr>
        <p:spPr>
          <a:xfrm>
            <a:off x="627888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Jedna z największych gospodarek świata. Waluta: jen (JPY).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Warto zobaczyć</a:t>
            </a:r>
            <a:endParaRPr lang="en-US" sz="3000" dirty="0"/>
          </a:p>
        </p:txBody>
      </p:sp>
      <p:sp>
        <p:nvSpPr>
          <p:cNvPr id="3" name="Karta 1"/>
          <p:cNvSpPr/>
          <p:nvPr/>
        </p:nvSpPr>
        <p:spPr>
          <a:xfrm>
            <a:off x="54864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Pasek 1"/>
          <p:cNvSpPr/>
          <p:nvPr/>
        </p:nvSpPr>
        <p:spPr>
          <a:xfrm>
            <a:off x="54864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aglowek 1"/>
          <p:cNvSpPr txBox="1"/>
          <p:nvPr/>
        </p:nvSpPr>
        <p:spPr>
          <a:xfrm>
            <a:off x="73152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Tokio</a:t>
            </a:r>
            <a:endParaRPr lang="en-US" sz="1800" dirty="0"/>
          </a:p>
        </p:txBody>
      </p:sp>
      <p:sp>
        <p:nvSpPr>
          <p:cNvPr id="6" name="Tekst 1"/>
          <p:cNvSpPr txBox="1"/>
          <p:nvPr/>
        </p:nvSpPr>
        <p:spPr>
          <a:xfrm>
            <a:off x="73152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Shibuya, Asakusa, Akihabara – neonowa metropolia i dawne świątynie.</a:t>
            </a:r>
            <a:endParaRPr lang="en-US" sz="1400" dirty="0"/>
          </a:p>
        </p:txBody>
      </p:sp>
      <p:sp>
        <p:nvSpPr>
          <p:cNvPr id="7" name="Karta 2"/>
          <p:cNvSpPr/>
          <p:nvPr/>
        </p:nvSpPr>
        <p:spPr>
          <a:xfrm>
            <a:off x="332232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asek 2"/>
          <p:cNvSpPr/>
          <p:nvPr/>
        </p:nvSpPr>
        <p:spPr>
          <a:xfrm>
            <a:off x="332232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aglowek 2"/>
          <p:cNvSpPr txBox="1"/>
          <p:nvPr/>
        </p:nvSpPr>
        <p:spPr>
          <a:xfrm>
            <a:off x="350520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Kioto</a:t>
            </a:r>
            <a:endParaRPr lang="en-US" sz="1800" dirty="0"/>
          </a:p>
        </p:txBody>
      </p:sp>
      <p:sp>
        <p:nvSpPr>
          <p:cNvPr id="10" name="Tekst 2"/>
          <p:cNvSpPr txBox="1"/>
          <p:nvPr/>
        </p:nvSpPr>
        <p:spPr>
          <a:xfrm>
            <a:off x="350520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Dawna stolica: tysiące świątyń, ogrody i dzielnica gejsz Gion.</a:t>
            </a:r>
            <a:endParaRPr lang="en-US" sz="1400" dirty="0"/>
          </a:p>
        </p:txBody>
      </p:sp>
      <p:sp>
        <p:nvSpPr>
          <p:cNvPr id="11" name="Karta 3"/>
          <p:cNvSpPr/>
          <p:nvPr/>
        </p:nvSpPr>
        <p:spPr>
          <a:xfrm>
            <a:off x="6096000" y="1371600"/>
            <a:ext cx="249936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asek 3"/>
          <p:cNvSpPr/>
          <p:nvPr/>
        </p:nvSpPr>
        <p:spPr>
          <a:xfrm>
            <a:off x="6096000" y="1371600"/>
            <a:ext cx="24993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aglowek 3"/>
          <p:cNvSpPr txBox="1"/>
          <p:nvPr/>
        </p:nvSpPr>
        <p:spPr>
          <a:xfrm>
            <a:off x="6278880" y="155448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Sezon</a:t>
            </a:r>
            <a:endParaRPr lang="en-US" sz="1800" dirty="0"/>
          </a:p>
        </p:txBody>
      </p:sp>
      <p:sp>
        <p:nvSpPr>
          <p:cNvPr id="14" name="Tekst 3"/>
          <p:cNvSpPr txBox="1"/>
          <p:nvPr/>
        </p:nvSpPr>
        <p:spPr>
          <a:xfrm>
            <a:off x="6278880" y="2194560"/>
            <a:ext cx="213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Wiosną kwitną wiśnie (sakura), jesienią czerwienieją klony (momiji).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ponia">
  <a:themeElements>
    <a:clrScheme name="Japonia">
      <a:dk1>
        <a:srgbClr val="1F2430"/>
      </a:dk1>
      <a:lt1>
        <a:srgbClr val="FFFFFF"/>
      </a:lt1>
      <a:dk2>
        <a:srgbClr val="2B2D42"/>
      </a:dk2>
      <a:lt2>
        <a:srgbClr val="F6F1EA"/>
      </a:lt2>
      <a:accent1>
        <a:srgbClr val="BC002D"/>
      </a:accent1>
      <a:accent2>
        <a:srgbClr val="E8A5B0"/>
      </a:accent2>
      <a:accent3>
        <a:srgbClr val="4A6FA5"/>
      </a:accent3>
      <a:accent4>
        <a:srgbClr val="7A8B6F"/>
      </a:accent4>
      <a:accent5>
        <a:srgbClr val="C9A227"/>
      </a:accent5>
      <a:accent6>
        <a:srgbClr val="8D99AE"/>
      </a:accent6>
      <a:hlink>
        <a:srgbClr val="BC002D"/>
      </a:hlink>
      <a:folHlink>
        <a:srgbClr val="8D99AE"/>
      </a:folHlink>
    </a:clrScheme>
    <a:fontScheme name="Japoni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Japonia</dc:title>
  <dc:subject>PptxGenJS Presentation</dc:subject>
  <dc:creator>PptxGenJS</dc:creator>
  <cp:lastModifiedBy>PptxGenJS</cp:lastModifiedBy>
  <cp:revision>1</cp:revision>
  <dcterms:created xsi:type="dcterms:W3CDTF">2026-10-23T06:01:10Z</dcterms:created>
  <dcterms:modified xsi:type="dcterms:W3CDTF">2026-10-23T06:01:10Z</dcterms:modified>
</cp:coreProperties>
</file>